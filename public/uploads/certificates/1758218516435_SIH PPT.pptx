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4.jp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jpe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kukuroo3/body-performance-dat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.png"/><Relationship Id="rId4" Type="http://schemas.openxmlformats.org/officeDocument/2006/relationships/hyperlink" Target="https://yas.gov.in/spor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SANKALP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24128"/>
            <a:ext cx="5035384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ID– SIH25073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Mobile Platform for Democratizing Sports Talent Assessment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Fitness &amp; Sports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Sankalp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ATHLETE EXPOSURE BEYOND LIMITS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143000"/>
            <a:ext cx="5132438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24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Sports Talent Identification App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registration: User can get into the process by giving its credentials like username, Aadhaar number along with phone number,   OTP and password 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Login: The user can fill its username and password to ahead of the process.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 &amp; category selection: Player select their respective game and the pace like Beginner, Medium, Advanced.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Achievement: The user can  first appear their FAQ and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then upload their document of excellence.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fitness + game videos via webcam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Analyzer: AI evaluates performance &amp; detects      fraud.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 Leaderboards generated by               category.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335666"/>
            <a:ext cx="1459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Sankalp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B943F5-4ECD-D676-1B26-2C47AE455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19" y="1204197"/>
            <a:ext cx="6764049" cy="50140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034" y="11126455"/>
            <a:ext cx="775219" cy="4571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503C-AD77-1F14-8463-E09B56D3E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085544"/>
            <a:ext cx="6430295" cy="3204951"/>
          </a:xfrm>
        </p:spPr>
        <p:txBody>
          <a:bodyPr/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React Native, Next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Tailwind CSS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REST API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(video analysis),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custom ML models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Services: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APIs, FAST API, Flask /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Gmail, MongoDB Atlas API,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API, cv2 API,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Deployment: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/ Azure, GitHub,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47062D-87E6-2021-9423-D48990C423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31973" y="1245196"/>
            <a:ext cx="5860027" cy="4963212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06967"/>
            <a:ext cx="1520138" cy="7518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Sankalp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98D927-FA4B-1877-4DD5-5FFE552E1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Microsoft Azure - Wikipedia">
            <a:extLst>
              <a:ext uri="{FF2B5EF4-FFF2-40B4-BE49-F238E27FC236}">
                <a16:creationId xmlns:a16="http://schemas.microsoft.com/office/drawing/2014/main" id="{BD09701A-B159-99C9-C083-FA55FD1B2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237" y="4306282"/>
            <a:ext cx="606423" cy="60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2190E5F-CEC7-9575-A667-1E729096CB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698" y="4346076"/>
            <a:ext cx="541942" cy="541942"/>
          </a:xfrm>
          <a:prstGeom prst="rect">
            <a:avLst/>
          </a:prstGeom>
        </p:spPr>
      </p:pic>
      <p:pic>
        <p:nvPicPr>
          <p:cNvPr id="1042" name="Picture 18" descr="Next.js | Drupal.org">
            <a:extLst>
              <a:ext uri="{FF2B5EF4-FFF2-40B4-BE49-F238E27FC236}">
                <a16:creationId xmlns:a16="http://schemas.microsoft.com/office/drawing/2014/main" id="{B5D9DD74-CBB8-ACA5-3513-DBC4D4AB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58501" y="4315929"/>
            <a:ext cx="607142" cy="60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Welcome to OpenCV-Python Tutorials's documentation! — OpenCV-Python  Tutorials beta documentation">
            <a:extLst>
              <a:ext uri="{FF2B5EF4-FFF2-40B4-BE49-F238E27FC236}">
                <a16:creationId xmlns:a16="http://schemas.microsoft.com/office/drawing/2014/main" id="{B66D2CF7-4BEC-A63B-CDF9-029AB6414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619" y="4349356"/>
            <a:ext cx="587480" cy="72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ython (programmeertaal) - Wikipedia">
            <a:extLst>
              <a:ext uri="{FF2B5EF4-FFF2-40B4-BE49-F238E27FC236}">
                <a16:creationId xmlns:a16="http://schemas.microsoft.com/office/drawing/2014/main" id="{9A0D6A98-2B7C-7D17-98B6-BDACE77FB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075" y="4316704"/>
            <a:ext cx="590977" cy="59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MediaPipe">
            <a:extLst>
              <a:ext uri="{FF2B5EF4-FFF2-40B4-BE49-F238E27FC236}">
                <a16:creationId xmlns:a16="http://schemas.microsoft.com/office/drawing/2014/main" id="{7AA2C21E-6C7E-C498-9CF8-2B73C4510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028" y="4269226"/>
            <a:ext cx="700548" cy="70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Amazon Web Services · GitHub">
            <a:extLst>
              <a:ext uri="{FF2B5EF4-FFF2-40B4-BE49-F238E27FC236}">
                <a16:creationId xmlns:a16="http://schemas.microsoft.com/office/drawing/2014/main" id="{9A58F076-6FB0-9271-A32F-7E731A53A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467" y="4323756"/>
            <a:ext cx="635410" cy="63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React (software) - Wikipedia">
            <a:extLst>
              <a:ext uri="{FF2B5EF4-FFF2-40B4-BE49-F238E27FC236}">
                <a16:creationId xmlns:a16="http://schemas.microsoft.com/office/drawing/2014/main" id="{4B6B5237-C11F-B343-D275-51BBD13B0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90" y="5029562"/>
            <a:ext cx="658721" cy="60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Getting started with Express.js - Keeping it simple! | Ajeet Chaulagain">
            <a:extLst>
              <a:ext uri="{FF2B5EF4-FFF2-40B4-BE49-F238E27FC236}">
                <a16:creationId xmlns:a16="http://schemas.microsoft.com/office/drawing/2014/main" id="{8AC3B07B-F17F-1FAD-2479-EFB6611BA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09" y="5024755"/>
            <a:ext cx="598183" cy="59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Firebase | Google's Mobile and Web App Development Platform">
            <a:extLst>
              <a:ext uri="{FF2B5EF4-FFF2-40B4-BE49-F238E27FC236}">
                <a16:creationId xmlns:a16="http://schemas.microsoft.com/office/drawing/2014/main" id="{719C34B9-B688-B533-BCDC-45BA31D3D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252" y="4975595"/>
            <a:ext cx="647343" cy="64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GitHub | San Francisco CA">
            <a:extLst>
              <a:ext uri="{FF2B5EF4-FFF2-40B4-BE49-F238E27FC236}">
                <a16:creationId xmlns:a16="http://schemas.microsoft.com/office/drawing/2014/main" id="{24A8714A-F9FE-2DD8-4408-A9BE6733B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819" y="4968998"/>
            <a:ext cx="700548" cy="70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>
            <a:extLst>
              <a:ext uri="{FF2B5EF4-FFF2-40B4-BE49-F238E27FC236}">
                <a16:creationId xmlns:a16="http://schemas.microsoft.com/office/drawing/2014/main" id="{E9EE59F8-2077-F72B-D84C-48F47E1ED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776" y="5125654"/>
            <a:ext cx="713343" cy="43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HTML in 45 minutes - webdevmonk">
            <a:extLst>
              <a:ext uri="{FF2B5EF4-FFF2-40B4-BE49-F238E27FC236}">
                <a16:creationId xmlns:a16="http://schemas.microsoft.com/office/drawing/2014/main" id="{96E48F24-966C-78FE-4DF8-B2C497386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681" y="4798692"/>
            <a:ext cx="992423" cy="10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 descr="Fastapi Icon icon - Free Download PNG &amp; SVG | Streamline">
            <a:extLst>
              <a:ext uri="{FF2B5EF4-FFF2-40B4-BE49-F238E27FC236}">
                <a16:creationId xmlns:a16="http://schemas.microsoft.com/office/drawing/2014/main" id="{54EE43B7-7EEB-0E1F-66A0-8C62F81D0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182" y="5079092"/>
            <a:ext cx="524182" cy="52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 descr="Supabase Logo Icons - Transparent, PNG, SVG Files">
            <a:extLst>
              <a:ext uri="{FF2B5EF4-FFF2-40B4-BE49-F238E27FC236}">
                <a16:creationId xmlns:a16="http://schemas.microsoft.com/office/drawing/2014/main" id="{ED16BEA1-E8D0-F7D2-4519-DA342B016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73" y="5706194"/>
            <a:ext cx="789240" cy="78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Picture 66" descr="History of Gmail - Wikipedia">
            <a:extLst>
              <a:ext uri="{FF2B5EF4-FFF2-40B4-BE49-F238E27FC236}">
                <a16:creationId xmlns:a16="http://schemas.microsoft.com/office/drawing/2014/main" id="{5F22FF2D-8459-8017-5EE4-30A24E7E7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42" y="5893167"/>
            <a:ext cx="598184" cy="44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Picture 68" descr="NodeJS Development Company in USA | Hire Node Developers">
            <a:extLst>
              <a:ext uri="{FF2B5EF4-FFF2-40B4-BE49-F238E27FC236}">
                <a16:creationId xmlns:a16="http://schemas.microsoft.com/office/drawing/2014/main" id="{2BF8C2FD-C11F-6AFD-F9F3-7DA7283D8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252" y="5789099"/>
            <a:ext cx="647343" cy="64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39593" y="1082805"/>
            <a:ext cx="5525234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Feasibility:</a:t>
            </a: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Technical: Utilizing existing technologies(web, AI/ML, mobile)</a:t>
            </a: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Modularization: All the modular design allows phased implementation</a:t>
            </a: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Market: Rising of AI in sports and athletes which will make this project more attractive for the Indian Government </a:t>
            </a: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Economic: Low investment with cloud-based infrastructures.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5" y="252246"/>
            <a:ext cx="144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Sankalp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FA4E87-73E8-CDEC-720F-DDC15FDA65D1}"/>
              </a:ext>
            </a:extLst>
          </p:cNvPr>
          <p:cNvSpPr txBox="1"/>
          <p:nvPr/>
        </p:nvSpPr>
        <p:spPr>
          <a:xfrm>
            <a:off x="637711" y="3061934"/>
            <a:ext cx="54564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Viability:</a:t>
            </a: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Alignment: It will support Sports Authority of India, </a:t>
            </a:r>
            <a:r>
              <a:rPr 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Khelo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India, State Sport Council</a:t>
            </a: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potential User base: Numerous Athletes across India seeking exposure.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Scalable: Can start from minority of sports to multiple sports categories.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BBB4B-415B-D940-F704-9EF3EEA55DC8}"/>
              </a:ext>
            </a:extLst>
          </p:cNvPr>
          <p:cNvSpPr txBox="1"/>
          <p:nvPr/>
        </p:nvSpPr>
        <p:spPr>
          <a:xfrm>
            <a:off x="647543" y="4885798"/>
            <a:ext cx="54564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Challenges: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Privacy: Data privacy and security concern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Experience: User adoption and sustained engagement 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Integrating athlete data with SAI database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Evolution: Changes in AI/ML models technologies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209E0-2F04-5285-7FB6-CABF34179AEB}"/>
              </a:ext>
            </a:extLst>
          </p:cNvPr>
          <p:cNvSpPr txBox="1"/>
          <p:nvPr/>
        </p:nvSpPr>
        <p:spPr>
          <a:xfrm>
            <a:off x="6666766" y="1070942"/>
            <a:ext cx="55252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Solutions: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strong encryption and follow along with data protection regulations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 a clean UI, multilanguage option and a leaderboard with achievement badges and progress tracking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flexible APIs with SAI for seamless integration 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Initiate a dedicated team for get updated with the technologies and improve platform.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F9F0B6-E63B-4517-F347-2C96B9D99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7" y="1881976"/>
            <a:ext cx="535524" cy="5355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AC9522-309C-8FAE-E9EF-042F329AC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9" y="3736476"/>
            <a:ext cx="535524" cy="5355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C3FE23-8C54-1EBD-8154-8EB697798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73" y="5227312"/>
            <a:ext cx="737104" cy="7371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FA23C7B-25B3-9230-F09F-ECF03785D3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0681" y="1438926"/>
            <a:ext cx="1370231" cy="137023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800108A-0043-35F5-167E-FDE49C823B0E}"/>
              </a:ext>
            </a:extLst>
          </p:cNvPr>
          <p:cNvSpPr txBox="1"/>
          <p:nvPr/>
        </p:nvSpPr>
        <p:spPr>
          <a:xfrm>
            <a:off x="6686430" y="3179919"/>
            <a:ext cx="50064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 Cases: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athlete can showcase their talent to get a exposure.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 India Authority will use the dashboard for evaluating the athlete.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Coaches will get athlete analyzed data for better evaluation.</a:t>
            </a:r>
          </a:p>
          <a:p>
            <a:pPr marL="228600" lvl="0" indent="-228600" algn="just">
              <a:buFont typeface="+mj-lt"/>
              <a:buAutoNum type="arabicPeriod"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Athlete always will be going to receive feedback about their performance </a:t>
            </a:r>
          </a:p>
        </p:txBody>
      </p:sp>
      <p:pic>
        <p:nvPicPr>
          <p:cNvPr id="1036" name="Picture 12" descr="Use Case (Case Study) with HMI | Pro-face by Schneider Electric">
            <a:extLst>
              <a:ext uri="{FF2B5EF4-FFF2-40B4-BE49-F238E27FC236}">
                <a16:creationId xmlns:a16="http://schemas.microsoft.com/office/drawing/2014/main" id="{E9875F96-9B24-C78A-223A-1BE654FF7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29" y="3892141"/>
            <a:ext cx="807334" cy="80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5" y="252246"/>
            <a:ext cx="144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Sankalp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E4A523-CCB0-1F33-F0A3-485594816B0E}"/>
              </a:ext>
            </a:extLst>
          </p:cNvPr>
          <p:cNvSpPr txBox="1"/>
          <p:nvPr/>
        </p:nvSpPr>
        <p:spPr>
          <a:xfrm>
            <a:off x="5604387" y="960010"/>
            <a:ext cx="64460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 for the solution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will give fair chances and opportunities to  athlete to showcase their talent.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bring every athletes to give equal opportunities with out any partiality.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Motivate young youth to participate in sports.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Economic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wastage of money by focusing on genuine talent.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nation to build a robust sports system.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also help athletes to get jobs it sports quota.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Nation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athletes and train them for representing their nation in national, international level.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India’s Pride in Global Sport Events like in Olympics.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43DB10-DAAD-EE4F-BE2A-21AD3A7E1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09" y="187143"/>
            <a:ext cx="5495925" cy="41243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FDFC17A-CC90-1D7B-B233-76A84A8A6FBB}"/>
              </a:ext>
            </a:extLst>
          </p:cNvPr>
          <p:cNvSpPr txBox="1"/>
          <p:nvPr/>
        </p:nvSpPr>
        <p:spPr>
          <a:xfrm>
            <a:off x="275609" y="3908918"/>
            <a:ext cx="5613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the target audience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path to for ground level athlete to reach Higer level.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boost the confidence of the athlete. 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athletes which are selected can contribute our country for long term.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Athletes will recognize their strength and also work on improvement. 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1" y="1458074"/>
            <a:ext cx="669384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sports analytics research papers.</a:t>
            </a:r>
          </a:p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datasets on fitness &amp; performance analysis and benchmark</a:t>
            </a:r>
          </a:p>
          <a:p>
            <a:pPr marL="914400" lvl="1" indent="-457200" algn="just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the data set: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of AI in global sports talent identification</a:t>
            </a:r>
          </a:p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Authority of India (SAI) talent scouting guidelines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Link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5" y="252246"/>
            <a:ext cx="144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Sankalp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9FFEF8F-038D-22BE-75B4-32948CC04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608" y="1059580"/>
            <a:ext cx="4868896" cy="486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8358</TotalTime>
  <Words>720</Words>
  <Application>Microsoft Office PowerPoint</Application>
  <PresentationFormat>Widescreen</PresentationFormat>
  <Paragraphs>99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2025</vt:lpstr>
      <vt:lpstr>ATHLETE EXPOSURE BEYOND LIMITS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paritosh dash</cp:lastModifiedBy>
  <cp:revision>172</cp:revision>
  <dcterms:created xsi:type="dcterms:W3CDTF">2013-12-12T18:46:50Z</dcterms:created>
  <dcterms:modified xsi:type="dcterms:W3CDTF">2025-09-09T15:35:39Z</dcterms:modified>
  <cp:category/>
</cp:coreProperties>
</file>